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267D61-1BBE-4F37-BDA7-A3B3835AFE77}" v="13" dt="2026-04-12T07:53:08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Opray" userId="74642b4adfb575a0" providerId="LiveId" clId="{8FEC3DD2-1381-42BF-86E0-D9DFF79BDD06}"/>
    <pc:docChg chg="custSel modSld">
      <pc:chgData name="Michael Opray" userId="74642b4adfb575a0" providerId="LiveId" clId="{8FEC3DD2-1381-42BF-86E0-D9DFF79BDD06}" dt="2026-04-12T07:55:11.761" v="27" actId="14100"/>
      <pc:docMkLst>
        <pc:docMk/>
      </pc:docMkLst>
      <pc:sldChg chg="addSp delSp modSp mod">
        <pc:chgData name="Michael Opray" userId="74642b4adfb575a0" providerId="LiveId" clId="{8FEC3DD2-1381-42BF-86E0-D9DFF79BDD06}" dt="2026-04-12T07:55:11.761" v="27" actId="14100"/>
        <pc:sldMkLst>
          <pc:docMk/>
          <pc:sldMk cId="3444371279" sldId="256"/>
        </pc:sldMkLst>
        <pc:spChg chg="mod">
          <ac:chgData name="Michael Opray" userId="74642b4adfb575a0" providerId="LiveId" clId="{8FEC3DD2-1381-42BF-86E0-D9DFF79BDD06}" dt="2026-04-12T07:55:11.761" v="27" actId="14100"/>
          <ac:spMkLst>
            <pc:docMk/>
            <pc:sldMk cId="3444371279" sldId="256"/>
            <ac:spMk id="34" creationId="{114EE0BC-1287-D63B-2799-EF72E042048F}"/>
          </ac:spMkLst>
        </pc:spChg>
        <pc:spChg chg="mod">
          <ac:chgData name="Michael Opray" userId="74642b4adfb575a0" providerId="LiveId" clId="{8FEC3DD2-1381-42BF-86E0-D9DFF79BDD06}" dt="2026-04-12T07:55:05.174" v="25" actId="14100"/>
          <ac:spMkLst>
            <pc:docMk/>
            <pc:sldMk cId="3444371279" sldId="256"/>
            <ac:spMk id="55" creationId="{82859815-82A8-1BA0-422B-F21D066F0BC3}"/>
          </ac:spMkLst>
        </pc:spChg>
        <pc:spChg chg="mod">
          <ac:chgData name="Michael Opray" userId="74642b4adfb575a0" providerId="LiveId" clId="{8FEC3DD2-1381-42BF-86E0-D9DFF79BDD06}" dt="2026-04-12T07:51:59.752" v="8" actId="14100"/>
          <ac:spMkLst>
            <pc:docMk/>
            <pc:sldMk cId="3444371279" sldId="256"/>
            <ac:spMk id="60" creationId="{DFB97F01-95D6-7C5C-A2D0-C420295ED681}"/>
          </ac:spMkLst>
        </pc:spChg>
        <pc:spChg chg="mod">
          <ac:chgData name="Michael Opray" userId="74642b4adfb575a0" providerId="LiveId" clId="{8FEC3DD2-1381-42BF-86E0-D9DFF79BDD06}" dt="2026-04-12T07:51:59.752" v="8" actId="14100"/>
          <ac:spMkLst>
            <pc:docMk/>
            <pc:sldMk cId="3444371279" sldId="256"/>
            <ac:spMk id="68" creationId="{BA00B59A-DCD0-3AB2-CE8F-9470563A8811}"/>
          </ac:spMkLst>
        </pc:spChg>
        <pc:spChg chg="mod">
          <ac:chgData name="Michael Opray" userId="74642b4adfb575a0" providerId="LiveId" clId="{8FEC3DD2-1381-42BF-86E0-D9DFF79BDD06}" dt="2026-04-12T07:51:59.752" v="8" actId="14100"/>
          <ac:spMkLst>
            <pc:docMk/>
            <pc:sldMk cId="3444371279" sldId="256"/>
            <ac:spMk id="75" creationId="{CD9D0AC4-48DD-CD74-F2EA-D9EB6442A517}"/>
          </ac:spMkLst>
        </pc:spChg>
        <pc:spChg chg="mod">
          <ac:chgData name="Michael Opray" userId="74642b4adfb575a0" providerId="LiveId" clId="{8FEC3DD2-1381-42BF-86E0-D9DFF79BDD06}" dt="2026-04-12T07:55:09.247" v="26" actId="1076"/>
          <ac:spMkLst>
            <pc:docMk/>
            <pc:sldMk cId="3444371279" sldId="256"/>
            <ac:spMk id="90" creationId="{09923532-A0A7-259D-8FA8-CC24E944A483}"/>
          </ac:spMkLst>
        </pc:spChg>
        <pc:spChg chg="mod">
          <ac:chgData name="Michael Opray" userId="74642b4adfb575a0" providerId="LiveId" clId="{8FEC3DD2-1381-42BF-86E0-D9DFF79BDD06}" dt="2026-04-12T07:55:09.247" v="26" actId="1076"/>
          <ac:spMkLst>
            <pc:docMk/>
            <pc:sldMk cId="3444371279" sldId="256"/>
            <ac:spMk id="91" creationId="{1830CDBB-4A21-F05A-1340-ED2FF69A2EEC}"/>
          </ac:spMkLst>
        </pc:spChg>
        <pc:spChg chg="add mod">
          <ac:chgData name="Michael Opray" userId="74642b4adfb575a0" providerId="LiveId" clId="{8FEC3DD2-1381-42BF-86E0-D9DFF79BDD06}" dt="2026-04-12T07:51:51.202" v="4" actId="6549"/>
          <ac:spMkLst>
            <pc:docMk/>
            <pc:sldMk cId="3444371279" sldId="256"/>
            <ac:spMk id="92" creationId="{5F887471-9690-9A6D-5E26-EC00AA06A9D2}"/>
          </ac:spMkLst>
        </pc:spChg>
        <pc:spChg chg="add mod">
          <ac:chgData name="Michael Opray" userId="74642b4adfb575a0" providerId="LiveId" clId="{8FEC3DD2-1381-42BF-86E0-D9DFF79BDD06}" dt="2026-04-12T07:51:52.459" v="5" actId="6549"/>
          <ac:spMkLst>
            <pc:docMk/>
            <pc:sldMk cId="3444371279" sldId="256"/>
            <ac:spMk id="93" creationId="{C225CCA7-FEB5-992A-5476-3246C2A4B00C}"/>
          </ac:spMkLst>
        </pc:spChg>
        <pc:spChg chg="add mod">
          <ac:chgData name="Michael Opray" userId="74642b4adfb575a0" providerId="LiveId" clId="{8FEC3DD2-1381-42BF-86E0-D9DFF79BDD06}" dt="2026-04-12T07:51:53.458" v="6" actId="6549"/>
          <ac:spMkLst>
            <pc:docMk/>
            <pc:sldMk cId="3444371279" sldId="256"/>
            <ac:spMk id="94" creationId="{69EEC931-15CC-C620-82C8-9E35DA09CCB5}"/>
          </ac:spMkLst>
        </pc:spChg>
        <pc:spChg chg="add del mod">
          <ac:chgData name="Michael Opray" userId="74642b4adfb575a0" providerId="LiveId" clId="{8FEC3DD2-1381-42BF-86E0-D9DFF79BDD06}" dt="2026-04-12T07:54:57.763" v="24" actId="478"/>
          <ac:spMkLst>
            <pc:docMk/>
            <pc:sldMk cId="3444371279" sldId="256"/>
            <ac:spMk id="95" creationId="{E871388C-54AB-EABD-E85C-CB1473D7F79C}"/>
          </ac:spMkLst>
        </pc:spChg>
        <pc:spChg chg="add mod">
          <ac:chgData name="Michael Opray" userId="74642b4adfb575a0" providerId="LiveId" clId="{8FEC3DD2-1381-42BF-86E0-D9DFF79BDD06}" dt="2026-04-12T07:52:40.433" v="17" actId="108"/>
          <ac:spMkLst>
            <pc:docMk/>
            <pc:sldMk cId="3444371279" sldId="256"/>
            <ac:spMk id="96" creationId="{8500CC07-B820-941B-708E-2876BAD42B9C}"/>
          </ac:spMkLst>
        </pc:spChg>
        <pc:spChg chg="add mod">
          <ac:chgData name="Michael Opray" userId="74642b4adfb575a0" providerId="LiveId" clId="{8FEC3DD2-1381-42BF-86E0-D9DFF79BDD06}" dt="2026-04-12T07:52:41.061" v="18" actId="108"/>
          <ac:spMkLst>
            <pc:docMk/>
            <pc:sldMk cId="3444371279" sldId="256"/>
            <ac:spMk id="97" creationId="{0E4B1A71-54BF-56A6-D56B-3D736A279613}"/>
          </ac:spMkLst>
        </pc:spChg>
        <pc:spChg chg="add mod">
          <ac:chgData name="Michael Opray" userId="74642b4adfb575a0" providerId="LiveId" clId="{8FEC3DD2-1381-42BF-86E0-D9DFF79BDD06}" dt="2026-04-12T07:52:50.171" v="19" actId="108"/>
          <ac:spMkLst>
            <pc:docMk/>
            <pc:sldMk cId="3444371279" sldId="256"/>
            <ac:spMk id="98" creationId="{0613ACA9-EA03-5C68-29CF-0F4BBB50D807}"/>
          </ac:spMkLst>
        </pc:spChg>
        <pc:spChg chg="add del mod">
          <ac:chgData name="Michael Opray" userId="74642b4adfb575a0" providerId="LiveId" clId="{8FEC3DD2-1381-42BF-86E0-D9DFF79BDD06}" dt="2026-04-12T07:54:57.763" v="24" actId="478"/>
          <ac:spMkLst>
            <pc:docMk/>
            <pc:sldMk cId="3444371279" sldId="256"/>
            <ac:spMk id="99" creationId="{B54BE3CF-1FE3-3C5D-E85F-6A0B50AE532B}"/>
          </ac:spMkLst>
        </pc:spChg>
        <pc:spChg chg="add mod">
          <ac:chgData name="Michael Opray" userId="74642b4adfb575a0" providerId="LiveId" clId="{8FEC3DD2-1381-42BF-86E0-D9DFF79BDD06}" dt="2026-04-12T07:52:58.749" v="21" actId="571"/>
          <ac:spMkLst>
            <pc:docMk/>
            <pc:sldMk cId="3444371279" sldId="256"/>
            <ac:spMk id="100" creationId="{8D1904FE-95C3-B7E3-2FA0-06F357CA5691}"/>
          </ac:spMkLst>
        </pc:spChg>
        <pc:spChg chg="add mod">
          <ac:chgData name="Michael Opray" userId="74642b4adfb575a0" providerId="LiveId" clId="{8FEC3DD2-1381-42BF-86E0-D9DFF79BDD06}" dt="2026-04-12T07:52:58.749" v="21" actId="571"/>
          <ac:spMkLst>
            <pc:docMk/>
            <pc:sldMk cId="3444371279" sldId="256"/>
            <ac:spMk id="101" creationId="{C4A2EDB9-3A60-7CF1-5210-CEA0D3164189}"/>
          </ac:spMkLst>
        </pc:spChg>
        <pc:spChg chg="add mod">
          <ac:chgData name="Michael Opray" userId="74642b4adfb575a0" providerId="LiveId" clId="{8FEC3DD2-1381-42BF-86E0-D9DFF79BDD06}" dt="2026-04-12T07:52:58.749" v="21" actId="571"/>
          <ac:spMkLst>
            <pc:docMk/>
            <pc:sldMk cId="3444371279" sldId="256"/>
            <ac:spMk id="102" creationId="{F107CBEB-C261-87B3-C63D-FEBABFE0AAA7}"/>
          </ac:spMkLst>
        </pc:spChg>
        <pc:spChg chg="add del mod">
          <ac:chgData name="Michael Opray" userId="74642b4adfb575a0" providerId="LiveId" clId="{8FEC3DD2-1381-42BF-86E0-D9DFF79BDD06}" dt="2026-04-12T07:54:57.763" v="24" actId="478"/>
          <ac:spMkLst>
            <pc:docMk/>
            <pc:sldMk cId="3444371279" sldId="256"/>
            <ac:spMk id="103" creationId="{6EB1BEB5-7C8A-19A2-235B-E5818F39E06A}"/>
          </ac:spMkLst>
        </pc:spChg>
        <pc:spChg chg="add mod">
          <ac:chgData name="Michael Opray" userId="74642b4adfb575a0" providerId="LiveId" clId="{8FEC3DD2-1381-42BF-86E0-D9DFF79BDD06}" dt="2026-04-12T07:53:04.110" v="22" actId="571"/>
          <ac:spMkLst>
            <pc:docMk/>
            <pc:sldMk cId="3444371279" sldId="256"/>
            <ac:spMk id="104" creationId="{8F6BF943-BD70-3C70-FD22-E388455BF9A7}"/>
          </ac:spMkLst>
        </pc:spChg>
        <pc:spChg chg="add mod">
          <ac:chgData name="Michael Opray" userId="74642b4adfb575a0" providerId="LiveId" clId="{8FEC3DD2-1381-42BF-86E0-D9DFF79BDD06}" dt="2026-04-12T07:53:04.110" v="22" actId="571"/>
          <ac:spMkLst>
            <pc:docMk/>
            <pc:sldMk cId="3444371279" sldId="256"/>
            <ac:spMk id="105" creationId="{998D04A7-A64D-78B1-014E-364596EB5D18}"/>
          </ac:spMkLst>
        </pc:spChg>
        <pc:spChg chg="add mod">
          <ac:chgData name="Michael Opray" userId="74642b4adfb575a0" providerId="LiveId" clId="{8FEC3DD2-1381-42BF-86E0-D9DFF79BDD06}" dt="2026-04-12T07:53:04.110" v="22" actId="571"/>
          <ac:spMkLst>
            <pc:docMk/>
            <pc:sldMk cId="3444371279" sldId="256"/>
            <ac:spMk id="106" creationId="{76198F18-0D57-69EE-E99C-628A73429B12}"/>
          </ac:spMkLst>
        </pc:spChg>
        <pc:spChg chg="add del mod">
          <ac:chgData name="Michael Opray" userId="74642b4adfb575a0" providerId="LiveId" clId="{8FEC3DD2-1381-42BF-86E0-D9DFF79BDD06}" dt="2026-04-12T07:54:57.763" v="24" actId="478"/>
          <ac:spMkLst>
            <pc:docMk/>
            <pc:sldMk cId="3444371279" sldId="256"/>
            <ac:spMk id="107" creationId="{016AF997-B9B0-0ECB-9599-CF4F535C28C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5493C-27A2-B361-F132-8A59A9460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742B2-EA9C-48E1-824D-692D3C5AD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EF1BF-03DA-C21C-50E8-48302B1EE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14A8-4212-4ECE-80D7-BB84BAEA7E6A}" type="datetimeFigureOut">
              <a:rPr lang="en-AU" smtClean="0"/>
              <a:t>12/04/2026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15AD8-6691-15C1-AE99-EBFF06DA0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260E2-DE16-2A4D-39DD-4DBB73F01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AFE0-D2DB-44DA-950C-E1137320E0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8280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36C4-DF03-52C6-F1FB-A7EE65377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7E7FC-9DBE-0F59-0952-6AF3E82E1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FD735-A254-11E5-259D-ACE366E39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14A8-4212-4ECE-80D7-BB84BAEA7E6A}" type="datetimeFigureOut">
              <a:rPr lang="en-AU" smtClean="0"/>
              <a:t>12/04/2026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FBDA6-876D-35B1-CB22-8D72A01CA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6D690-91B8-0388-93D4-5C167D4FB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AFE0-D2DB-44DA-950C-E1137320E0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175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8EB7B-0188-1C3B-E8B2-5CA779D90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5D235-0ADA-6AD3-F412-5742F1DE1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E300D-DC4D-3B56-2E9F-B57686359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14A8-4212-4ECE-80D7-BB84BAEA7E6A}" type="datetimeFigureOut">
              <a:rPr lang="en-AU" smtClean="0"/>
              <a:t>12/04/2026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911FC-382B-51F4-0E5F-628792CE0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CE86F-D0F0-8EFC-B723-FAC05FCA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AFE0-D2DB-44DA-950C-E1137320E0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610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05AF-6633-14FF-09FE-F5CCBCC87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0536F-A6CF-5C56-8E43-F6279796A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3177B-A252-36E1-E5BC-0F1633A08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98F86-E771-23E3-A9C3-280715861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14A8-4212-4ECE-80D7-BB84BAEA7E6A}" type="datetimeFigureOut">
              <a:rPr lang="en-AU" smtClean="0"/>
              <a:t>12/04/2026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44444-2B51-8A7E-2591-C6219197E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50F25-2BEF-F47E-3640-CB239487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AFE0-D2DB-44DA-950C-E1137320E0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8161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FC75A-F96E-7404-4202-AB29AC92D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E746E-46AB-76E2-2543-9FD1C5B3D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CF34D-83CB-3F4D-3DD2-57AF4A6F7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892FD0-1FFA-8D07-F834-A914E23C5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B681DA-2BAC-B562-AF51-B788E9B78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21FC0-BA32-6E1A-C204-9089FCBD3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14A8-4212-4ECE-80D7-BB84BAEA7E6A}" type="datetimeFigureOut">
              <a:rPr lang="en-AU" smtClean="0"/>
              <a:t>12/04/2026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87D46D-F623-377A-71B9-AD54AB160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84463D-1B9F-15F2-49D1-0010EE371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AFE0-D2DB-44DA-950C-E1137320E0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6193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96634-364B-59B7-7184-393A48826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C3ADAD-98FF-4479-FCD2-30038E0E7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14A8-4212-4ECE-80D7-BB84BAEA7E6A}" type="datetimeFigureOut">
              <a:rPr lang="en-AU" smtClean="0"/>
              <a:t>12/04/2026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9D7ACA-5B97-39D9-77DA-4E6D8912E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3F413F-4209-9A7E-9130-5037F2F54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AFE0-D2DB-44DA-950C-E1137320E0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7546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4203FA-0DCB-192D-B13D-AAAEA5311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14A8-4212-4ECE-80D7-BB84BAEA7E6A}" type="datetimeFigureOut">
              <a:rPr lang="en-AU" smtClean="0"/>
              <a:t>12/04/2026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F136D0-9E38-9507-F522-513264ED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3B324-BD7A-B9EF-DBDE-DB65A5AD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AFE0-D2DB-44DA-950C-E1137320E0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438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BBAD4-F7AC-46BB-2942-D1998DA37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349EE-B791-8CD7-0BDA-9CAD1D848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31AD2-5B64-7768-1795-97675B4DC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5B157-DFCB-17C4-B6BF-CB34340E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14A8-4212-4ECE-80D7-BB84BAEA7E6A}" type="datetimeFigureOut">
              <a:rPr lang="en-AU" smtClean="0"/>
              <a:t>12/04/2026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3C126-03E6-56F4-4813-8080F97D5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59416-D261-FA61-AB7A-AF5B15B3E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AFE0-D2DB-44DA-950C-E1137320E0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30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2E127-8749-D164-00ED-ABCC7F1B6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F0C58-399D-328D-0DC7-E10BA34978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BFFDB-38C5-7EE1-3DBA-2127238EB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68418-66C5-5BE6-36ED-4C456042F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14A8-4212-4ECE-80D7-BB84BAEA7E6A}" type="datetimeFigureOut">
              <a:rPr lang="en-AU" smtClean="0"/>
              <a:t>12/04/2026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7BEC6-E6C3-7F9E-4FE1-83E074B6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4290D-B20B-F9AF-3C4F-361C3BB7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AFE0-D2DB-44DA-950C-E1137320E0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3954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3B506-04F2-A9B1-6AF2-F6601D72D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11763-A52C-9E12-A411-2C483A508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7C86-7A44-71CE-6A79-D5679010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14A8-4212-4ECE-80D7-BB84BAEA7E6A}" type="datetimeFigureOut">
              <a:rPr lang="en-AU" smtClean="0"/>
              <a:t>12/04/2026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8D5A6-15A0-7A32-7C97-8C908C36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34833-A4E2-4293-4DF3-555B71869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AFE0-D2DB-44DA-950C-E1137320E0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3536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48B28C-9B25-EC60-0C3A-B0FE9AE311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36034-FBA4-FCC5-36FC-3915DD4B7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9970B-60FF-5282-5851-340F30BA5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14A8-4212-4ECE-80D7-BB84BAEA7E6A}" type="datetimeFigureOut">
              <a:rPr lang="en-AU" smtClean="0"/>
              <a:t>12/04/2026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118CA-A201-AFDA-137C-8C71BAE5D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5172B-887A-09D0-E99C-6B0EF3456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AFE0-D2DB-44DA-950C-E1137320E0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8898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09966F-928E-41AF-EE2B-58418FB3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AFB19-1040-54F1-16E9-DB42FCDBE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1AFD6-7289-30D2-0D99-651C323AF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314A8-4212-4ECE-80D7-BB84BAEA7E6A}" type="datetimeFigureOut">
              <a:rPr lang="en-AU" smtClean="0"/>
              <a:t>12/04/2026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AF084-4502-4F4B-BCEF-7F364C7B3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6B868-B5F3-8EF4-FDE9-ADD1EFCAE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3DAFE0-D2DB-44DA-950C-E1137320E0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726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52CE04-2B25-FB7F-33A2-B6AAD0335ADD}"/>
              </a:ext>
            </a:extLst>
          </p:cNvPr>
          <p:cNvSpPr/>
          <p:nvPr/>
        </p:nvSpPr>
        <p:spPr>
          <a:xfrm>
            <a:off x="1331259" y="806823"/>
            <a:ext cx="2568388" cy="4229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0CDCE0-4526-AC99-17DA-7FD199313888}"/>
              </a:ext>
            </a:extLst>
          </p:cNvPr>
          <p:cNvSpPr/>
          <p:nvPr/>
        </p:nvSpPr>
        <p:spPr>
          <a:xfrm>
            <a:off x="1483659" y="1234886"/>
            <a:ext cx="701488" cy="3384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7660E9-E79E-A7D5-0E35-7CB4842B2011}"/>
              </a:ext>
            </a:extLst>
          </p:cNvPr>
          <p:cNvSpPr/>
          <p:nvPr/>
        </p:nvSpPr>
        <p:spPr>
          <a:xfrm>
            <a:off x="2340909" y="1234886"/>
            <a:ext cx="469526" cy="3384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0:30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813B1D-B6C9-4972-9311-824CC6641641}"/>
              </a:ext>
            </a:extLst>
          </p:cNvPr>
          <p:cNvSpPr/>
          <p:nvPr/>
        </p:nvSpPr>
        <p:spPr>
          <a:xfrm>
            <a:off x="1483660" y="1685363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E32511-B2BF-85D1-108F-BA47FEDED911}"/>
              </a:ext>
            </a:extLst>
          </p:cNvPr>
          <p:cNvSpPr/>
          <p:nvPr/>
        </p:nvSpPr>
        <p:spPr>
          <a:xfrm>
            <a:off x="1877704" y="1685363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0F0779-B3DB-1CFA-BF41-947E445EE011}"/>
              </a:ext>
            </a:extLst>
          </p:cNvPr>
          <p:cNvSpPr/>
          <p:nvPr/>
        </p:nvSpPr>
        <p:spPr>
          <a:xfrm>
            <a:off x="2271749" y="1685363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6E0AB9-8D38-FAB0-ADC4-E69707582DE8}"/>
              </a:ext>
            </a:extLst>
          </p:cNvPr>
          <p:cNvSpPr/>
          <p:nvPr/>
        </p:nvSpPr>
        <p:spPr>
          <a:xfrm>
            <a:off x="2665793" y="1685363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EE5640-7651-D916-7E4F-222E13AEC3BB}"/>
              </a:ext>
            </a:extLst>
          </p:cNvPr>
          <p:cNvSpPr/>
          <p:nvPr/>
        </p:nvSpPr>
        <p:spPr>
          <a:xfrm>
            <a:off x="3063163" y="1685363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0E3CB2-A1C4-8D8D-3B57-57A5E2B76C9F}"/>
              </a:ext>
            </a:extLst>
          </p:cNvPr>
          <p:cNvSpPr/>
          <p:nvPr/>
        </p:nvSpPr>
        <p:spPr>
          <a:xfrm>
            <a:off x="3466467" y="1685363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6FAD97-CFD3-A056-7348-3B75117AB4A5}"/>
              </a:ext>
            </a:extLst>
          </p:cNvPr>
          <p:cNvSpPr/>
          <p:nvPr/>
        </p:nvSpPr>
        <p:spPr>
          <a:xfrm>
            <a:off x="1749928" y="812424"/>
            <a:ext cx="1120418" cy="338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Numbers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B1ADB21-D432-BDFE-04DD-5D9EA254AF64}"/>
              </a:ext>
            </a:extLst>
          </p:cNvPr>
          <p:cNvGrpSpPr/>
          <p:nvPr/>
        </p:nvGrpSpPr>
        <p:grpSpPr>
          <a:xfrm>
            <a:off x="1483667" y="864971"/>
            <a:ext cx="323451" cy="233323"/>
            <a:chOff x="3301253" y="1020856"/>
            <a:chExt cx="430306" cy="31040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17680F9-0FA2-0700-CD72-3EE93BA9123A}"/>
                </a:ext>
              </a:extLst>
            </p:cNvPr>
            <p:cNvSpPr/>
            <p:nvPr/>
          </p:nvSpPr>
          <p:spPr>
            <a:xfrm>
              <a:off x="3301253" y="1020856"/>
              <a:ext cx="430306" cy="31040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AAFB003-A25F-20FA-E074-7158781AE60D}"/>
                </a:ext>
              </a:extLst>
            </p:cNvPr>
            <p:cNvCxnSpPr/>
            <p:nvPr/>
          </p:nvCxnSpPr>
          <p:spPr>
            <a:xfrm>
              <a:off x="3400424" y="1102658"/>
              <a:ext cx="23196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4C47014-DC06-6A85-5F6F-C195FECCBF88}"/>
                </a:ext>
              </a:extLst>
            </p:cNvPr>
            <p:cNvCxnSpPr/>
            <p:nvPr/>
          </p:nvCxnSpPr>
          <p:spPr>
            <a:xfrm>
              <a:off x="3400424" y="1170293"/>
              <a:ext cx="23196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A7C1724-8CC3-C0DB-2CB1-F9E637B414FD}"/>
                </a:ext>
              </a:extLst>
            </p:cNvPr>
            <p:cNvCxnSpPr/>
            <p:nvPr/>
          </p:nvCxnSpPr>
          <p:spPr>
            <a:xfrm>
              <a:off x="3400424" y="1244973"/>
              <a:ext cx="23196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828129B-70D1-D72D-23D3-4AD94487E79F}"/>
                  </a:ext>
                </a:extLst>
              </p:cNvPr>
              <p:cNvSpPr/>
              <p:nvPr/>
            </p:nvSpPr>
            <p:spPr>
              <a:xfrm>
                <a:off x="3466467" y="2338754"/>
                <a:ext cx="332328" cy="2867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828129B-70D1-D72D-23D3-4AD94487E7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467" y="2338754"/>
                <a:ext cx="332328" cy="2867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7AAABDF-9090-B7B1-019D-A31547FBA33F}"/>
                  </a:ext>
                </a:extLst>
              </p:cNvPr>
              <p:cNvSpPr/>
              <p:nvPr/>
            </p:nvSpPr>
            <p:spPr>
              <a:xfrm>
                <a:off x="3466467" y="2695158"/>
                <a:ext cx="332328" cy="2867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7AAABDF-9090-B7B1-019D-A31547FBA3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467" y="2695158"/>
                <a:ext cx="332328" cy="2867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C9AB3DC-EA38-71AE-F99E-4859EB7DBEC8}"/>
                  </a:ext>
                </a:extLst>
              </p:cNvPr>
              <p:cNvSpPr/>
              <p:nvPr/>
            </p:nvSpPr>
            <p:spPr>
              <a:xfrm>
                <a:off x="3466467" y="3051562"/>
                <a:ext cx="332328" cy="2867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C9AB3DC-EA38-71AE-F99E-4859EB7DBE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467" y="3051562"/>
                <a:ext cx="332328" cy="2867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EE6C228-86EE-A43F-35DE-F95E339B3ACF}"/>
                  </a:ext>
                </a:extLst>
              </p:cNvPr>
              <p:cNvSpPr/>
              <p:nvPr/>
            </p:nvSpPr>
            <p:spPr>
              <a:xfrm>
                <a:off x="3466467" y="3429000"/>
                <a:ext cx="332328" cy="2867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EE6C228-86EE-A43F-35DE-F95E339B3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467" y="3429000"/>
                <a:ext cx="332328" cy="2867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4E3A6207-6491-E62B-1A43-169ABEBECA27}"/>
              </a:ext>
            </a:extLst>
          </p:cNvPr>
          <p:cNvSpPr/>
          <p:nvPr/>
        </p:nvSpPr>
        <p:spPr>
          <a:xfrm>
            <a:off x="1483659" y="2077571"/>
            <a:ext cx="1881956" cy="2543739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4EE0BC-1287-D63B-2799-EF72E042048F}"/>
              </a:ext>
            </a:extLst>
          </p:cNvPr>
          <p:cNvSpPr/>
          <p:nvPr/>
        </p:nvSpPr>
        <p:spPr>
          <a:xfrm>
            <a:off x="4141694" y="806823"/>
            <a:ext cx="2568388" cy="39374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F7A48A-8402-1235-2C4B-C429839DE20E}"/>
              </a:ext>
            </a:extLst>
          </p:cNvPr>
          <p:cNvSpPr/>
          <p:nvPr/>
        </p:nvSpPr>
        <p:spPr>
          <a:xfrm>
            <a:off x="4294094" y="1234886"/>
            <a:ext cx="701488" cy="3384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124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D02E3A5-9CF7-A35D-7E92-847DC95D4803}"/>
              </a:ext>
            </a:extLst>
          </p:cNvPr>
          <p:cNvSpPr/>
          <p:nvPr/>
        </p:nvSpPr>
        <p:spPr>
          <a:xfrm>
            <a:off x="5151343" y="1234886"/>
            <a:ext cx="482171" cy="3384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0:30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7163573-600E-1570-2770-BF352354816C}"/>
              </a:ext>
            </a:extLst>
          </p:cNvPr>
          <p:cNvSpPr/>
          <p:nvPr/>
        </p:nvSpPr>
        <p:spPr>
          <a:xfrm>
            <a:off x="4294095" y="1685363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A77C56-CBAE-748D-42C4-990756FC3B62}"/>
              </a:ext>
            </a:extLst>
          </p:cNvPr>
          <p:cNvSpPr/>
          <p:nvPr/>
        </p:nvSpPr>
        <p:spPr>
          <a:xfrm>
            <a:off x="4688139" y="1685363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C80399D-E47C-64F3-E60A-331CDB81C729}"/>
              </a:ext>
            </a:extLst>
          </p:cNvPr>
          <p:cNvSpPr/>
          <p:nvPr/>
        </p:nvSpPr>
        <p:spPr>
          <a:xfrm>
            <a:off x="5082184" y="1685363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03DCDDB-9C9F-061C-5B25-EE8E9673EDC0}"/>
              </a:ext>
            </a:extLst>
          </p:cNvPr>
          <p:cNvSpPr/>
          <p:nvPr/>
        </p:nvSpPr>
        <p:spPr>
          <a:xfrm>
            <a:off x="5476228" y="1685363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AAA9BDD-871B-52A0-F63C-A114ED89DCE6}"/>
              </a:ext>
            </a:extLst>
          </p:cNvPr>
          <p:cNvSpPr/>
          <p:nvPr/>
        </p:nvSpPr>
        <p:spPr>
          <a:xfrm>
            <a:off x="5873598" y="1685363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CA5AA34-CB91-D332-7E4B-4C9D2A902335}"/>
              </a:ext>
            </a:extLst>
          </p:cNvPr>
          <p:cNvSpPr/>
          <p:nvPr/>
        </p:nvSpPr>
        <p:spPr>
          <a:xfrm>
            <a:off x="6276902" y="1685363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15552D3-0E01-795D-D44F-D5D335B5A30E}"/>
                  </a:ext>
                </a:extLst>
              </p:cNvPr>
              <p:cNvSpPr/>
              <p:nvPr/>
            </p:nvSpPr>
            <p:spPr>
              <a:xfrm>
                <a:off x="6276902" y="2338754"/>
                <a:ext cx="332328" cy="2867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15552D3-0E01-795D-D44F-D5D335B5A3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902" y="2338754"/>
                <a:ext cx="332328" cy="2867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EF0555E-02D6-4C4E-D702-CD30D2F528BC}"/>
                  </a:ext>
                </a:extLst>
              </p:cNvPr>
              <p:cNvSpPr/>
              <p:nvPr/>
            </p:nvSpPr>
            <p:spPr>
              <a:xfrm>
                <a:off x="6276902" y="2695158"/>
                <a:ext cx="332328" cy="2867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EF0555E-02D6-4C4E-D702-CD30D2F528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902" y="2695158"/>
                <a:ext cx="332328" cy="2867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0F8DC800-A9E0-8087-F3D7-1748550FAC6A}"/>
                  </a:ext>
                </a:extLst>
              </p:cNvPr>
              <p:cNvSpPr/>
              <p:nvPr/>
            </p:nvSpPr>
            <p:spPr>
              <a:xfrm>
                <a:off x="6276902" y="3051562"/>
                <a:ext cx="332328" cy="2867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0F8DC800-A9E0-8087-F3D7-1748550FAC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902" y="3051562"/>
                <a:ext cx="332328" cy="2867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04A4DCF-171E-C496-E43C-B25428A2DA7F}"/>
                  </a:ext>
                </a:extLst>
              </p:cNvPr>
              <p:cNvSpPr/>
              <p:nvPr/>
            </p:nvSpPr>
            <p:spPr>
              <a:xfrm>
                <a:off x="6276902" y="3429000"/>
                <a:ext cx="332328" cy="2867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04A4DCF-171E-C496-E43C-B25428A2DA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902" y="3429000"/>
                <a:ext cx="332328" cy="2867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 54">
            <a:extLst>
              <a:ext uri="{FF2B5EF4-FFF2-40B4-BE49-F238E27FC236}">
                <a16:creationId xmlns:a16="http://schemas.microsoft.com/office/drawing/2014/main" id="{82859815-82A8-1BA0-422B-F21D066F0BC3}"/>
              </a:ext>
            </a:extLst>
          </p:cNvPr>
          <p:cNvSpPr/>
          <p:nvPr/>
        </p:nvSpPr>
        <p:spPr>
          <a:xfrm>
            <a:off x="4294094" y="2077572"/>
            <a:ext cx="1881956" cy="2221036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02B0B51-3A3F-3092-D59A-134B69887F0A}"/>
              </a:ext>
            </a:extLst>
          </p:cNvPr>
          <p:cNvSpPr/>
          <p:nvPr/>
        </p:nvSpPr>
        <p:spPr>
          <a:xfrm>
            <a:off x="5143900" y="2506635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08F5A64-6DFD-3EBB-972A-139EC337AE44}"/>
              </a:ext>
            </a:extLst>
          </p:cNvPr>
          <p:cNvSpPr/>
          <p:nvPr/>
        </p:nvSpPr>
        <p:spPr>
          <a:xfrm>
            <a:off x="4343269" y="2120032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FB97F01-95D6-7C5C-A2D0-C420295ED681}"/>
                  </a:ext>
                </a:extLst>
              </p:cNvPr>
              <p:cNvSpPr/>
              <p:nvPr/>
            </p:nvSpPr>
            <p:spPr>
              <a:xfrm>
                <a:off x="4776449" y="2117113"/>
                <a:ext cx="279142" cy="2867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FB97F01-95D6-7C5C-A2D0-C420295ED6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449" y="2117113"/>
                <a:ext cx="279142" cy="2867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 60">
            <a:extLst>
              <a:ext uri="{FF2B5EF4-FFF2-40B4-BE49-F238E27FC236}">
                <a16:creationId xmlns:a16="http://schemas.microsoft.com/office/drawing/2014/main" id="{40C5BB15-6932-BBCA-C4BD-EFC31700EAB4}"/>
              </a:ext>
            </a:extLst>
          </p:cNvPr>
          <p:cNvSpPr/>
          <p:nvPr/>
        </p:nvSpPr>
        <p:spPr>
          <a:xfrm>
            <a:off x="5143900" y="2122122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40E2AF1-FBA8-62FD-CDA9-4A63ABB8FB6A}"/>
              </a:ext>
            </a:extLst>
          </p:cNvPr>
          <p:cNvSpPr/>
          <p:nvPr/>
        </p:nvSpPr>
        <p:spPr>
          <a:xfrm>
            <a:off x="5778367" y="2123887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C5C4E040-2BD5-4BCA-7F24-439F648247AF}"/>
                  </a:ext>
                </a:extLst>
              </p:cNvPr>
              <p:cNvSpPr/>
              <p:nvPr/>
            </p:nvSpPr>
            <p:spPr>
              <a:xfrm>
                <a:off x="5462464" y="2123887"/>
                <a:ext cx="332328" cy="2867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C5C4E040-2BD5-4BCA-7F24-439F648247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64" y="2123887"/>
                <a:ext cx="332328" cy="2867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A00B59A-DCD0-3AB2-CE8F-9470563A8811}"/>
                  </a:ext>
                </a:extLst>
              </p:cNvPr>
              <p:cNvSpPr/>
              <p:nvPr/>
            </p:nvSpPr>
            <p:spPr>
              <a:xfrm>
                <a:off x="4761965" y="2508195"/>
                <a:ext cx="279142" cy="2867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A00B59A-DCD0-3AB2-CE8F-9470563A88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965" y="2508195"/>
                <a:ext cx="279142" cy="2867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656D31DD-D795-78D4-F2FA-77FCD603F8A7}"/>
              </a:ext>
            </a:extLst>
          </p:cNvPr>
          <p:cNvSpPr/>
          <p:nvPr/>
        </p:nvSpPr>
        <p:spPr>
          <a:xfrm>
            <a:off x="4352618" y="2506635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24BF7F6-AAA0-61A0-EC21-F371C41A8EA5}"/>
                  </a:ext>
                </a:extLst>
              </p:cNvPr>
              <p:cNvSpPr/>
              <p:nvPr/>
            </p:nvSpPr>
            <p:spPr>
              <a:xfrm>
                <a:off x="5462464" y="2515134"/>
                <a:ext cx="332328" cy="2867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24BF7F6-AAA0-61A0-EC21-F371C41A8E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64" y="2515134"/>
                <a:ext cx="332328" cy="2867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ectangle 70">
            <a:extLst>
              <a:ext uri="{FF2B5EF4-FFF2-40B4-BE49-F238E27FC236}">
                <a16:creationId xmlns:a16="http://schemas.microsoft.com/office/drawing/2014/main" id="{6A27E585-A3A7-84E7-5FBA-26F9D1B75E2B}"/>
              </a:ext>
            </a:extLst>
          </p:cNvPr>
          <p:cNvSpPr/>
          <p:nvPr/>
        </p:nvSpPr>
        <p:spPr>
          <a:xfrm>
            <a:off x="5778367" y="2519281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125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AA30D84-552F-1A4A-089F-459317E2110B}"/>
              </a:ext>
            </a:extLst>
          </p:cNvPr>
          <p:cNvSpPr/>
          <p:nvPr/>
        </p:nvSpPr>
        <p:spPr>
          <a:xfrm>
            <a:off x="4352618" y="2882240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125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EB0A188-DB48-B3F6-23EA-6557B290C91E}"/>
              </a:ext>
            </a:extLst>
          </p:cNvPr>
          <p:cNvSpPr/>
          <p:nvPr/>
        </p:nvSpPr>
        <p:spPr>
          <a:xfrm>
            <a:off x="5746934" y="880780"/>
            <a:ext cx="862295" cy="6991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r>
              <a:rPr lang="en-AU" sz="1000" dirty="0">
                <a:solidFill>
                  <a:schemeClr val="tx1"/>
                </a:solidFill>
              </a:rPr>
              <a:t>(message area)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CD9D0AC4-48DD-CD74-F2EA-D9EB6442A517}"/>
                  </a:ext>
                </a:extLst>
              </p:cNvPr>
              <p:cNvSpPr/>
              <p:nvPr/>
            </p:nvSpPr>
            <p:spPr>
              <a:xfrm>
                <a:off x="4761965" y="2882239"/>
                <a:ext cx="279142" cy="2867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CD9D0AC4-48DD-CD74-F2EA-D9EB6442A5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965" y="2882239"/>
                <a:ext cx="279142" cy="2867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ectangle 75">
            <a:extLst>
              <a:ext uri="{FF2B5EF4-FFF2-40B4-BE49-F238E27FC236}">
                <a16:creationId xmlns:a16="http://schemas.microsoft.com/office/drawing/2014/main" id="{0A33C85C-7342-FF65-1006-5D8AB65B2595}"/>
              </a:ext>
            </a:extLst>
          </p:cNvPr>
          <p:cNvSpPr/>
          <p:nvPr/>
        </p:nvSpPr>
        <p:spPr>
          <a:xfrm>
            <a:off x="5139461" y="2886923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FC353E31-AA74-5C7B-FE34-BAC6EA86FD9C}"/>
                  </a:ext>
                </a:extLst>
              </p:cNvPr>
              <p:cNvSpPr/>
              <p:nvPr/>
            </p:nvSpPr>
            <p:spPr>
              <a:xfrm>
                <a:off x="5462464" y="2879347"/>
                <a:ext cx="332328" cy="2867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FC353E31-AA74-5C7B-FE34-BAC6EA86FD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64" y="2879347"/>
                <a:ext cx="332328" cy="2867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ectangle 77">
            <a:extLst>
              <a:ext uri="{FF2B5EF4-FFF2-40B4-BE49-F238E27FC236}">
                <a16:creationId xmlns:a16="http://schemas.microsoft.com/office/drawing/2014/main" id="{AC4C53DD-D851-F02D-AA9C-C8F839CAEC5D}"/>
              </a:ext>
            </a:extLst>
          </p:cNvPr>
          <p:cNvSpPr/>
          <p:nvPr/>
        </p:nvSpPr>
        <p:spPr>
          <a:xfrm>
            <a:off x="5778367" y="2882200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100" dirty="0">
                <a:solidFill>
                  <a:schemeClr val="tx1"/>
                </a:solidFill>
              </a:rPr>
              <a:t>123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9FDE56A-AF72-4C18-0AEF-CF18CBC248D4}"/>
              </a:ext>
            </a:extLst>
          </p:cNvPr>
          <p:cNvSpPr/>
          <p:nvPr/>
        </p:nvSpPr>
        <p:spPr>
          <a:xfrm>
            <a:off x="2936500" y="880780"/>
            <a:ext cx="862295" cy="6991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r>
              <a:rPr lang="en-AU" sz="1000" dirty="0">
                <a:solidFill>
                  <a:schemeClr val="tx1"/>
                </a:solidFill>
              </a:rPr>
              <a:t>(message area)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84A3FAE-A0FE-544C-943D-3EEF7A835343}"/>
              </a:ext>
            </a:extLst>
          </p:cNvPr>
          <p:cNvSpPr/>
          <p:nvPr/>
        </p:nvSpPr>
        <p:spPr>
          <a:xfrm>
            <a:off x="4550147" y="812424"/>
            <a:ext cx="1120418" cy="338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Numbers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35D6FE1-30B5-F123-BF28-CC1B26F75F89}"/>
              </a:ext>
            </a:extLst>
          </p:cNvPr>
          <p:cNvGrpSpPr/>
          <p:nvPr/>
        </p:nvGrpSpPr>
        <p:grpSpPr>
          <a:xfrm>
            <a:off x="4283886" y="864971"/>
            <a:ext cx="323451" cy="233323"/>
            <a:chOff x="3301253" y="1020856"/>
            <a:chExt cx="430306" cy="310403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E0270984-9965-2DEB-5191-49EE60641062}"/>
                </a:ext>
              </a:extLst>
            </p:cNvPr>
            <p:cNvSpPr/>
            <p:nvPr/>
          </p:nvSpPr>
          <p:spPr>
            <a:xfrm>
              <a:off x="3301253" y="1020856"/>
              <a:ext cx="430306" cy="31040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/>
                </a:solidFill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7C2CDB5-5817-4EC4-F9C7-7EC89093164E}"/>
                </a:ext>
              </a:extLst>
            </p:cNvPr>
            <p:cNvCxnSpPr/>
            <p:nvPr/>
          </p:nvCxnSpPr>
          <p:spPr>
            <a:xfrm>
              <a:off x="3400424" y="1102658"/>
              <a:ext cx="23196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92BB169-BCCB-612F-E4F8-D8210F07D131}"/>
                </a:ext>
              </a:extLst>
            </p:cNvPr>
            <p:cNvCxnSpPr/>
            <p:nvPr/>
          </p:nvCxnSpPr>
          <p:spPr>
            <a:xfrm>
              <a:off x="3400424" y="1170293"/>
              <a:ext cx="23196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36BD410-F772-14A1-1EAF-5B589A545DA6}"/>
                </a:ext>
              </a:extLst>
            </p:cNvPr>
            <p:cNvCxnSpPr/>
            <p:nvPr/>
          </p:nvCxnSpPr>
          <p:spPr>
            <a:xfrm>
              <a:off x="3400424" y="1244973"/>
              <a:ext cx="23196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F649DD9A-D5AB-0EFF-12D6-1AD21ADEB0FD}"/>
              </a:ext>
            </a:extLst>
          </p:cNvPr>
          <p:cNvSpPr/>
          <p:nvPr/>
        </p:nvSpPr>
        <p:spPr>
          <a:xfrm>
            <a:off x="2259019" y="4690815"/>
            <a:ext cx="1106596" cy="2756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Restore 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061A12F-D8D3-9B55-C4F5-F85CD3095D95}"/>
              </a:ext>
            </a:extLst>
          </p:cNvPr>
          <p:cNvSpPr/>
          <p:nvPr/>
        </p:nvSpPr>
        <p:spPr>
          <a:xfrm>
            <a:off x="1489684" y="4690815"/>
            <a:ext cx="700320" cy="2756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Clear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9923532-A0A7-259D-8FA8-CC24E944A483}"/>
              </a:ext>
            </a:extLst>
          </p:cNvPr>
          <p:cNvSpPr/>
          <p:nvPr/>
        </p:nvSpPr>
        <p:spPr>
          <a:xfrm>
            <a:off x="5082184" y="4376070"/>
            <a:ext cx="1093866" cy="2756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Restore 123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830CDBB-4A21-F05A-1340-ED2FF69A2EEC}"/>
              </a:ext>
            </a:extLst>
          </p:cNvPr>
          <p:cNvSpPr/>
          <p:nvPr/>
        </p:nvSpPr>
        <p:spPr>
          <a:xfrm>
            <a:off x="4286529" y="4376070"/>
            <a:ext cx="700320" cy="2756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900" dirty="0">
                <a:solidFill>
                  <a:schemeClr val="tx1"/>
                </a:solidFill>
              </a:rPr>
              <a:t>Clear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F887471-9690-9A6D-5E26-EC00AA06A9D2}"/>
              </a:ext>
            </a:extLst>
          </p:cNvPr>
          <p:cNvSpPr/>
          <p:nvPr/>
        </p:nvSpPr>
        <p:spPr>
          <a:xfrm>
            <a:off x="4343269" y="3219415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AU" sz="1100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225CCA7-FEB5-992A-5476-3246C2A4B00C}"/>
              </a:ext>
            </a:extLst>
          </p:cNvPr>
          <p:cNvSpPr/>
          <p:nvPr/>
        </p:nvSpPr>
        <p:spPr>
          <a:xfrm>
            <a:off x="4343269" y="3570097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AU" sz="1100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9EEC931-15CC-C620-82C8-9E35DA09CCB5}"/>
              </a:ext>
            </a:extLst>
          </p:cNvPr>
          <p:cNvSpPr/>
          <p:nvPr/>
        </p:nvSpPr>
        <p:spPr>
          <a:xfrm>
            <a:off x="4343269" y="3909641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AU" sz="1100" dirty="0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500CC07-B820-941B-708E-2876BAD42B9C}"/>
              </a:ext>
            </a:extLst>
          </p:cNvPr>
          <p:cNvSpPr/>
          <p:nvPr/>
        </p:nvSpPr>
        <p:spPr>
          <a:xfrm>
            <a:off x="4776449" y="3216476"/>
            <a:ext cx="279142" cy="28675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AU" sz="1100" dirty="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E4B1A71-54BF-56A6-D56B-3D736A279613}"/>
              </a:ext>
            </a:extLst>
          </p:cNvPr>
          <p:cNvSpPr/>
          <p:nvPr/>
        </p:nvSpPr>
        <p:spPr>
          <a:xfrm>
            <a:off x="4761965" y="3584656"/>
            <a:ext cx="279142" cy="28675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AU" sz="1100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613ACA9-EA03-5C68-29CF-0F4BBB50D807}"/>
              </a:ext>
            </a:extLst>
          </p:cNvPr>
          <p:cNvSpPr/>
          <p:nvPr/>
        </p:nvSpPr>
        <p:spPr>
          <a:xfrm>
            <a:off x="4761965" y="3908965"/>
            <a:ext cx="279142" cy="28675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AU" sz="110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D1904FE-95C3-B7E3-2FA0-06F357CA5691}"/>
              </a:ext>
            </a:extLst>
          </p:cNvPr>
          <p:cNvSpPr/>
          <p:nvPr/>
        </p:nvSpPr>
        <p:spPr>
          <a:xfrm>
            <a:off x="5143667" y="3219415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AU" sz="1100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4A2EDB9-3A60-7CF1-5210-CEA0D3164189}"/>
              </a:ext>
            </a:extLst>
          </p:cNvPr>
          <p:cNvSpPr/>
          <p:nvPr/>
        </p:nvSpPr>
        <p:spPr>
          <a:xfrm>
            <a:off x="5143667" y="3570097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AU" sz="11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107CBEB-C261-87B3-C63D-FEBABFE0AAA7}"/>
              </a:ext>
            </a:extLst>
          </p:cNvPr>
          <p:cNvSpPr/>
          <p:nvPr/>
        </p:nvSpPr>
        <p:spPr>
          <a:xfrm>
            <a:off x="5143667" y="3909641"/>
            <a:ext cx="332328" cy="28675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AU" sz="11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8F6BF943-BD70-3C70-FD22-E388455BF9A7}"/>
                  </a:ext>
                </a:extLst>
              </p:cNvPr>
              <p:cNvSpPr/>
              <p:nvPr/>
            </p:nvSpPr>
            <p:spPr>
              <a:xfrm>
                <a:off x="5462464" y="3196135"/>
                <a:ext cx="332328" cy="2867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8F6BF943-BD70-3C70-FD22-E388455BF9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64" y="3196135"/>
                <a:ext cx="332328" cy="2867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998D04A7-A64D-78B1-014E-364596EB5D18}"/>
                  </a:ext>
                </a:extLst>
              </p:cNvPr>
              <p:cNvSpPr/>
              <p:nvPr/>
            </p:nvSpPr>
            <p:spPr>
              <a:xfrm>
                <a:off x="5462464" y="3587382"/>
                <a:ext cx="332328" cy="2867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998D04A7-A64D-78B1-014E-364596EB5D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64" y="3587382"/>
                <a:ext cx="332328" cy="28675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6198F18-0D57-69EE-E99C-628A73429B12}"/>
                  </a:ext>
                </a:extLst>
              </p:cNvPr>
              <p:cNvSpPr/>
              <p:nvPr/>
            </p:nvSpPr>
            <p:spPr>
              <a:xfrm>
                <a:off x="5462464" y="3951595"/>
                <a:ext cx="332328" cy="2867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6198F18-0D57-69EE-E99C-628A73429B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64" y="3951595"/>
                <a:ext cx="332328" cy="2867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437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58</Words>
  <Application>Microsoft Office PowerPoint</Application>
  <PresentationFormat>Widescreen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OPRAY, Michael</dc:creator>
  <cp:lastModifiedBy>Michael Opray</cp:lastModifiedBy>
  <cp:revision>1</cp:revision>
  <dcterms:created xsi:type="dcterms:W3CDTF">2026-04-12T01:33:03Z</dcterms:created>
  <dcterms:modified xsi:type="dcterms:W3CDTF">2026-04-12T07:55:16Z</dcterms:modified>
</cp:coreProperties>
</file>